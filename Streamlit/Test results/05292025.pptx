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5E31AE-EC6B-E87B-C42A-E0276C03A3D2}" v="1" dt="2025-09-19T19:16:17.6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ng, Chenyang" userId="S::dengche5@msu.edu::01f22b83-1b2a-4bd1-8781-add6a78d5f4a" providerId="AD" clId="Web-{785E31AE-EC6B-E87B-C42A-E0276C03A3D2}"/>
    <pc:docChg chg="addSld">
      <pc:chgData name="Deng, Chenyang" userId="S::dengche5@msu.edu::01f22b83-1b2a-4bd1-8781-add6a78d5f4a" providerId="AD" clId="Web-{785E31AE-EC6B-E87B-C42A-E0276C03A3D2}" dt="2025-09-19T19:16:17.643" v="0"/>
      <pc:docMkLst>
        <pc:docMk/>
      </pc:docMkLst>
      <pc:sldChg chg="new">
        <pc:chgData name="Deng, Chenyang" userId="S::dengche5@msu.edu::01f22b83-1b2a-4bd1-8781-add6a78d5f4a" providerId="AD" clId="Web-{785E31AE-EC6B-E87B-C42A-E0276C03A3D2}" dt="2025-09-19T19:16:17.643" v="0"/>
        <pc:sldMkLst>
          <pc:docMk/>
          <pc:sldMk cId="954817759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AB3F2-1A90-A348-12E5-CC39CDB4AA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B58651-C7AE-F828-25AE-7CC004830D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468C6-CC20-2F3B-E63A-D2FAF7A47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1654-152F-4494-A9F7-94D2DCE65381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AFCA0-E10D-219D-E56C-5EF96236B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6D44E-556A-32A3-9082-C0ACA105E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94792-AD9B-4930-918D-C9EBB47F7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926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AA291-55E9-49B3-E464-6F6090DD1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1DC04-43E3-0F44-E207-806B57EF2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515CF-B6F8-B732-C3AE-B4A3BC3EC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1654-152F-4494-A9F7-94D2DCE65381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05904-1A82-5F27-9B30-67E5E9853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D4D333-5805-6D57-3D76-30B1E61FF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94792-AD9B-4930-918D-C9EBB47F7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368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FD715-B4B6-DDB3-F741-E32AF9C9A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632880-E1A6-B8A7-7A0E-0ED4F9B20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5C5CE-3DCF-172C-367E-5BCD4821E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1654-152F-4494-A9F7-94D2DCE65381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B52D5-5A1C-716D-D18C-004F2019C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B3FD7C-616D-2F42-58FB-C0233EE54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94792-AD9B-4930-918D-C9EBB47F7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777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76AEE-B485-2A14-1A9A-811B141D8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CE10B-64A4-7EC8-A924-95607CE665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B4F3F5-07C6-47EF-CE3E-5D06C2D1CC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31E7F5-7BC4-27F6-7C6D-F9C31F995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1654-152F-4494-A9F7-94D2DCE65381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F98626-0177-34BE-D1C6-FB284413D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6247B-22A9-3B80-587E-7B56EAD79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94792-AD9B-4930-918D-C9EBB47F7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722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709A6-86A9-8D55-D5C7-B9B522CA5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B88BDD-7209-0C2E-8275-C9B6B0FB1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F3158B-3643-6A7C-35BC-EB715C5B12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0C13A-910C-59E5-3A71-5175D5FE85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84F84D-949E-D33B-9F78-9B85EAE8FD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4FB461-A146-AFEF-2E33-D8A0683E7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1654-152F-4494-A9F7-94D2DCE65381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77944F-A749-9290-7195-0E2529EC9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20E180-85EB-3ACC-7AA6-F992E49DE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94792-AD9B-4930-918D-C9EBB47F7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925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D34DA-9ECD-AEF7-890A-2003AB9E0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568FB4-C57E-A1E3-6607-782C075B2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1654-152F-4494-A9F7-94D2DCE65381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A51CD2-748D-B174-425F-10DE2BED1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B4E7E2-BF70-06AD-AA86-8FFE15BB0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94792-AD9B-4930-918D-C9EBB47F7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426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A9AFA0-5A24-DD20-DCA9-1D9CE048F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1654-152F-4494-A9F7-94D2DCE65381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66D3B2-28B3-C7F2-046F-C8FC17DC5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59180-7C4B-1A18-18D0-7B2236883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94792-AD9B-4930-918D-C9EBB47F7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411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DAA2D-7DAF-6576-97F0-7A05E4E99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12929-3AF1-3B02-19D5-C963D2686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FDD025-6A46-C1DA-77A7-BE3451DE7D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CEFB2F-D845-B9C0-8268-F65EF89B3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1654-152F-4494-A9F7-94D2DCE65381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E577EE-AE75-46CF-F877-8888AB83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F11B38-F071-EA86-3DA4-B67D87D99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94792-AD9B-4930-918D-C9EBB47F7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567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B4C01-A914-42D6-1DEF-01CC92F5F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FAD0DC-FC6A-0C44-9D3D-1204E47EB4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E4C224-EB32-E36F-4A43-B6EEB4A6BD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0545AF-1CE6-A08A-3D3E-C4533645A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1654-152F-4494-A9F7-94D2DCE65381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3CAB8D-7B0E-95A4-069A-8BDF81230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6A1302-A73D-D7B8-F304-35ACFC4BD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94792-AD9B-4930-918D-C9EBB47F7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930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70340-164E-E1A5-06F8-02BA8EF07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5549AF-40AA-2DF1-F77F-23492E1938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D8233-7F53-5B70-FC77-2F2C9C1F5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1654-152F-4494-A9F7-94D2DCE65381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8687A-0B6E-292F-C85F-46AB80796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E1343-D866-7D1D-9760-09DECA808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94792-AD9B-4930-918D-C9EBB47F7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515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902AD7-8A29-FAC4-D648-114B444D38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7FF34E-3F37-4949-431A-45D911A0DD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DB209-8CAD-D398-CAD3-362DB57FF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1654-152F-4494-A9F7-94D2DCE65381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B0679-55A1-CE26-3667-A600890A5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F47CB-3315-7CDA-D56A-72039BA3A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94792-AD9B-4930-918D-C9EBB47F7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220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3957B9-2D17-4FC0-166E-CCB2828DE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3DBAE-BFBA-D6C9-176F-DBA295DF7E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B2CC1-EC09-4E09-F1B5-77BF376D21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F01654-152F-4494-A9F7-94D2DCE65381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A655C-3298-0FFA-CB03-871A906C8C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4AC04-BED1-D80B-62DE-850F59124A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794792-AD9B-4930-918D-C9EBB47F7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161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723E364-6509-CEAF-49DF-29D9EC75BCBA}"/>
              </a:ext>
            </a:extLst>
          </p:cNvPr>
          <p:cNvGrpSpPr/>
          <p:nvPr/>
        </p:nvGrpSpPr>
        <p:grpSpPr>
          <a:xfrm>
            <a:off x="199697" y="170268"/>
            <a:ext cx="5486400" cy="6308725"/>
            <a:chOff x="199697" y="170268"/>
            <a:chExt cx="5486400" cy="6308725"/>
          </a:xfrm>
        </p:grpSpPr>
        <p:pic>
          <p:nvPicPr>
            <p:cNvPr id="4" name="Picture 3" descr="A screenshot of a project application&#10;&#10;AI-generated content may be incorrect.">
              <a:extLst>
                <a:ext uri="{FF2B5EF4-FFF2-40B4-BE49-F238E27FC236}">
                  <a16:creationId xmlns:a16="http://schemas.microsoft.com/office/drawing/2014/main" id="{C5540F83-18F8-A668-1500-591EC5512B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9697" y="170268"/>
              <a:ext cx="5486400" cy="63087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62A21B1-F9B1-E236-D91C-86B8CEABB46D}"/>
                </a:ext>
              </a:extLst>
            </p:cNvPr>
            <p:cNvSpPr/>
            <p:nvPr/>
          </p:nvSpPr>
          <p:spPr>
            <a:xfrm>
              <a:off x="214411" y="4313446"/>
              <a:ext cx="5322439" cy="122971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0462A90-E7B5-43F3-44AF-06AFAF76DF51}"/>
                </a:ext>
              </a:extLst>
            </p:cNvPr>
            <p:cNvSpPr txBox="1"/>
            <p:nvPr/>
          </p:nvSpPr>
          <p:spPr>
            <a:xfrm>
              <a:off x="1907626" y="3728671"/>
              <a:ext cx="334754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</a:rPr>
                <a:t>Enter the project starting and final years based on the study period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3D8A2E8-B790-F092-DA1F-AE5BB7C7B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6729" y="379007"/>
            <a:ext cx="4679205" cy="3338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525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97B07-D584-2154-471C-5F751E591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F2E6D-0A93-5ED5-153D-7DB00CC74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817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FC358CA-36C2-0A48-FC5D-890CDB6D6858}"/>
              </a:ext>
            </a:extLst>
          </p:cNvPr>
          <p:cNvGrpSpPr/>
          <p:nvPr/>
        </p:nvGrpSpPr>
        <p:grpSpPr>
          <a:xfrm>
            <a:off x="225899" y="485910"/>
            <a:ext cx="6491335" cy="3481414"/>
            <a:chOff x="225899" y="485910"/>
            <a:chExt cx="6491335" cy="3481414"/>
          </a:xfrm>
        </p:grpSpPr>
        <p:pic>
          <p:nvPicPr>
            <p:cNvPr id="5" name="Picture 4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B615573B-DFF5-8ED9-9DFF-F68EA2C142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5899" y="485910"/>
              <a:ext cx="6491335" cy="3481413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E91D50D-952A-5313-15A6-1452A6FF0CDC}"/>
                </a:ext>
              </a:extLst>
            </p:cNvPr>
            <p:cNvSpPr/>
            <p:nvPr/>
          </p:nvSpPr>
          <p:spPr>
            <a:xfrm>
              <a:off x="773562" y="3260308"/>
              <a:ext cx="575966" cy="37837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36EA5D6-C0E0-BD73-7DA0-1AA096524670}"/>
                </a:ext>
              </a:extLst>
            </p:cNvPr>
            <p:cNvSpPr txBox="1"/>
            <p:nvPr/>
          </p:nvSpPr>
          <p:spPr>
            <a:xfrm>
              <a:off x="1667990" y="3260308"/>
              <a:ext cx="334754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>
                  <a:solidFill>
                    <a:srgbClr val="FF0000"/>
                  </a:solidFill>
                </a:rPr>
                <a:t>Click “Save” and wait until it shows “Data saved” below </a:t>
              </a:r>
              <a:endParaRPr lang="en-US" sz="1600">
                <a:solidFill>
                  <a:srgbClr val="FF0000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0781410-9B95-D4B3-573B-375CA2182B29}"/>
                </a:ext>
              </a:extLst>
            </p:cNvPr>
            <p:cNvSpPr/>
            <p:nvPr/>
          </p:nvSpPr>
          <p:spPr>
            <a:xfrm>
              <a:off x="773562" y="3753272"/>
              <a:ext cx="752540" cy="21405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96657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945713D-5C46-1F1B-C8B1-32C1FD3B91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269" y="361141"/>
            <a:ext cx="5881731" cy="4205318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82362DB-D703-C069-F723-A6E51845C8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0147" y="305572"/>
            <a:ext cx="4853803" cy="5028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216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0316AD7-BAA6-9278-B08D-EB33FECEE5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1917"/>
            <a:ext cx="6081757" cy="3881466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AA99BEE-D910-2641-BF3D-D5BEFCE4E6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1757" y="211917"/>
            <a:ext cx="5843630" cy="6157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138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DBF6B09-064A-3F2A-9EE7-115EEE01EC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022" y="234134"/>
            <a:ext cx="5595978" cy="6072232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B6F9B42-5677-ECB7-CC40-70FECA8D84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948" y="283361"/>
            <a:ext cx="5567403" cy="213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613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9480E8F-5FDB-4DC1-8325-95BF8E2CF6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795" y="111906"/>
            <a:ext cx="5872205" cy="3433788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D1D9BE3-757B-4E2F-E8A9-6AFD681AD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4510" y="0"/>
            <a:ext cx="5862680" cy="1376373"/>
          </a:xfrm>
          <a:prstGeom prst="rect">
            <a:avLst/>
          </a:prstGeom>
        </p:spPr>
      </p:pic>
      <p:pic>
        <p:nvPicPr>
          <p:cNvPr id="9" name="Picture 8" descr="A white rectangular object with a black stripe&#10;&#10;AI-generated content may be incorrect.">
            <a:extLst>
              <a:ext uri="{FF2B5EF4-FFF2-40B4-BE49-F238E27FC236}">
                <a16:creationId xmlns:a16="http://schemas.microsoft.com/office/drawing/2014/main" id="{3C4C4A81-CB5F-C76A-2D53-58CB8421C5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6461" y="3758402"/>
            <a:ext cx="5786480" cy="1195396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CEAC33A-F8A3-27DB-C841-8709C32332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332" y="3657600"/>
            <a:ext cx="5653129" cy="1871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576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6985DC5-D394-170F-E4A2-4337ED9D6F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048" y="611962"/>
            <a:ext cx="5529303" cy="51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499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alculator&#10;&#10;AI-generated content may be incorrect.">
            <a:extLst>
              <a:ext uri="{FF2B5EF4-FFF2-40B4-BE49-F238E27FC236}">
                <a16:creationId xmlns:a16="http://schemas.microsoft.com/office/drawing/2014/main" id="{ACD60173-F0E4-F62A-E53B-730ABE11E3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857" y="726264"/>
            <a:ext cx="6472285" cy="4643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281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Chenyang Deng</dc:creator>
  <cp:revision>1</cp:revision>
  <dcterms:created xsi:type="dcterms:W3CDTF">2025-05-29T19:10:58Z</dcterms:created>
  <dcterms:modified xsi:type="dcterms:W3CDTF">2025-09-19T19:16:24Z</dcterms:modified>
</cp:coreProperties>
</file>